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684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41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07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75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03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55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87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303809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44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3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78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91440" rIns="45720" bIns="9144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52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91440" rIns="45720" bIns="9144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86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" y="6400800"/>
            <a:ext cx="914398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3A63685-68BF-484A-90D2-7E6AF4242408}" type="datetimeFigureOut">
              <a:rPr lang="zh-CN" altLang="en-US" smtClean="0"/>
              <a:t>2016/9/12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984327-D6B2-4741-9193-C491BFD25CB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00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7200" dirty="0"/>
              <a:t>推研</a:t>
            </a:r>
            <a:r>
              <a:rPr lang="zh-CN" altLang="en-US" sz="7200" dirty="0" smtClean="0"/>
              <a:t>面试经验分享</a:t>
            </a:r>
            <a:endParaRPr lang="zh-CN" altLang="en-US" sz="72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图</a:t>
            </a:r>
            <a:r>
              <a:rPr lang="zh-CN" altLang="en-US" dirty="0" smtClean="0"/>
              <a:t>信所 胡雨婷</a:t>
            </a:r>
            <a:endParaRPr lang="en-US" altLang="zh-CN" dirty="0" smtClean="0"/>
          </a:p>
          <a:p>
            <a:pPr algn="r"/>
            <a:r>
              <a:rPr lang="en-US" altLang="zh-CN" dirty="0" smtClean="0"/>
              <a:t>20160914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58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数字逻辑与处理器基础</a:t>
            </a: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程序设计基础</a:t>
            </a: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算法设计</a:t>
            </a: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计算机网络</a:t>
            </a:r>
            <a:endParaRPr lang="en-US" altLang="zh-CN" sz="2800" dirty="0" smtClean="0"/>
          </a:p>
          <a:p>
            <a:pPr marL="0" indent="0">
              <a:buClr>
                <a:schemeClr val="tx1">
                  <a:lumMod val="95000"/>
                </a:schemeClr>
              </a:buClr>
              <a:buNone/>
            </a:pPr>
            <a:r>
              <a:rPr lang="en-US" altLang="zh-CN" sz="2800" dirty="0" smtClean="0"/>
              <a:t>    ……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128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数字逻辑与处理器基础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流水线、加速比、冒险及解决方法</a:t>
            </a: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单周期处理器有哪些部件？各个步骤是什么？</a:t>
            </a: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800" dirty="0" smtClean="0"/>
              <a:t>C</a:t>
            </a:r>
            <a:r>
              <a:rPr lang="zh-CN" altLang="en-US" sz="2800" dirty="0" smtClean="0"/>
              <a:t>语言中命令如何用指令方式实现</a:t>
            </a:r>
            <a:r>
              <a:rPr lang="en-US" altLang="zh-CN" sz="2800" dirty="0" smtClean="0"/>
              <a:t>	</a:t>
            </a:r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如：如何实现</a:t>
            </a:r>
            <a:r>
              <a:rPr lang="en-US" altLang="zh-CN" sz="2400" dirty="0" smtClean="0"/>
              <a:t>C</a:t>
            </a:r>
            <a:r>
              <a:rPr lang="zh-CN" altLang="en-US" sz="2400" dirty="0" smtClean="0"/>
              <a:t>语言中</a:t>
            </a:r>
            <a:r>
              <a:rPr lang="en-US" altLang="zh-CN" sz="2400" dirty="0" smtClean="0"/>
              <a:t>if</a:t>
            </a:r>
            <a:r>
              <a:rPr lang="zh-CN" altLang="en-US" sz="2400" dirty="0" smtClean="0"/>
              <a:t>语句的功能</a:t>
            </a:r>
            <a:endParaRPr lang="en-US" altLang="zh-CN" sz="24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/>
              <a:t>常见指令集结构及</a:t>
            </a:r>
            <a:r>
              <a:rPr lang="zh-CN" altLang="en-US" sz="2800" dirty="0" smtClean="0"/>
              <a:t>特点</a:t>
            </a: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寻址方式</a:t>
            </a:r>
            <a:endParaRPr lang="en-US" altLang="zh-CN" sz="28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800" dirty="0" smtClean="0"/>
              <a:t>指令的执行过程</a:t>
            </a:r>
            <a:endParaRPr lang="en-US" altLang="zh-CN" sz="2800" dirty="0" smtClean="0"/>
          </a:p>
          <a:p>
            <a:pPr marL="274320" lvl="2" indent="-91440">
              <a:spcBef>
                <a:spcPts val="1200"/>
              </a:spcBef>
              <a:spcAft>
                <a:spcPts val="200"/>
              </a:spcAft>
              <a:buClr>
                <a:schemeClr val="tx1">
                  <a:lumMod val="9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dirty="0"/>
              <a:t>如：</a:t>
            </a:r>
            <a:r>
              <a:rPr lang="en-US" altLang="zh-CN" sz="2000" dirty="0" err="1"/>
              <a:t>beq</a:t>
            </a:r>
            <a:r>
              <a:rPr lang="zh-CN" altLang="en-US" sz="2000" dirty="0"/>
              <a:t>指令的执行过程</a:t>
            </a:r>
            <a:endParaRPr lang="en-US" altLang="zh-CN" sz="2000" dirty="0"/>
          </a:p>
          <a:p>
            <a:pPr marL="201168" lvl="1" indent="0">
              <a:buClr>
                <a:schemeClr val="tx1">
                  <a:lumMod val="95000"/>
                </a:schemeClr>
              </a:buClr>
              <a:buNone/>
            </a:pPr>
            <a:r>
              <a:rPr lang="en-US" altLang="zh-CN" sz="2800" dirty="0" smtClean="0"/>
              <a:t>……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8291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程序设计基础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436534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/>
              <a:t>值</a:t>
            </a:r>
            <a:r>
              <a:rPr lang="zh-CN" altLang="en-US" sz="3400" dirty="0" smtClean="0"/>
              <a:t>传递的几种方式</a:t>
            </a:r>
            <a:endParaRPr lang="en-US" altLang="zh-CN" sz="3400" dirty="0" smtClean="0"/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单向传递：函数参数、函数返回值</a:t>
            </a:r>
            <a:endParaRPr lang="en-US" altLang="zh-CN" sz="2000" dirty="0"/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双向传递：形参传引用、形参传指针</a:t>
            </a:r>
            <a:endParaRPr lang="en-US" altLang="zh-CN" sz="20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3400" dirty="0" smtClean="0"/>
              <a:t>Static</a:t>
            </a:r>
            <a:r>
              <a:rPr lang="zh-CN" altLang="en-US" sz="3400" dirty="0" smtClean="0"/>
              <a:t>的作用</a:t>
            </a:r>
            <a:endParaRPr lang="en-US" altLang="zh-CN" sz="3400" dirty="0" smtClean="0"/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2000" dirty="0"/>
              <a:t>声明静态外部变量，仅限本文件使用，不能被其他文件使用</a:t>
            </a:r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2000" dirty="0"/>
              <a:t>声明静态局部变量，函数调用结束后不</a:t>
            </a:r>
            <a:r>
              <a:rPr lang="zh-CN" altLang="zh-CN" sz="2000" dirty="0"/>
              <a:t>释放</a:t>
            </a:r>
            <a:endParaRPr lang="en-US" altLang="zh-CN" sz="20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3400" dirty="0"/>
              <a:t>C</a:t>
            </a:r>
            <a:r>
              <a:rPr lang="en-US" altLang="zh-CN" sz="3400" dirty="0"/>
              <a:t>++</a:t>
            </a:r>
            <a:r>
              <a:rPr lang="zh-CN" altLang="en-US" sz="3400" dirty="0"/>
              <a:t>：抽象、封装、继承、多态</a:t>
            </a:r>
            <a:endParaRPr lang="en-US" altLang="zh-CN" sz="34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/>
              <a:t>什么叫</a:t>
            </a:r>
            <a:r>
              <a:rPr lang="zh-CN" altLang="en-US" sz="3400" dirty="0"/>
              <a:t>多态</a:t>
            </a:r>
            <a:endParaRPr lang="en-US" altLang="zh-CN" sz="3400" dirty="0"/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/>
              <a:t>静态多态（编译时多态性）：函数重载</a:t>
            </a:r>
            <a:endParaRPr lang="en-US" altLang="zh-CN" sz="2000" dirty="0"/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/>
              <a:t>动态多态（运行时多态性）：虚函数</a:t>
            </a:r>
            <a:endParaRPr lang="en-US" altLang="zh-CN" sz="20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/>
              <a:t>虚函数、纯虚函数、抽象类是</a:t>
            </a:r>
            <a:r>
              <a:rPr lang="zh-CN" altLang="en-US" sz="3400" dirty="0" smtClean="0"/>
              <a:t>什么</a:t>
            </a:r>
            <a:endParaRPr lang="en-US" altLang="zh-CN" sz="3400" dirty="0" smtClean="0"/>
          </a:p>
          <a:p>
            <a:pPr marL="0" indent="0">
              <a:buClr>
                <a:schemeClr val="tx1">
                  <a:lumMod val="95000"/>
                </a:schemeClr>
              </a:buClr>
              <a:buNone/>
            </a:pPr>
            <a:r>
              <a:rPr lang="en-US" altLang="zh-CN" sz="3400" dirty="0" smtClean="0"/>
              <a:t>    ……</a:t>
            </a:r>
            <a:endParaRPr lang="en-US" altLang="zh-CN" sz="3400" dirty="0"/>
          </a:p>
        </p:txBody>
      </p:sp>
    </p:spTree>
    <p:extLst>
      <p:ext uri="{BB962C8B-B14F-4D97-AF65-F5344CB8AC3E}">
        <p14:creationId xmlns:p14="http://schemas.microsoft.com/office/powerpoint/2010/main" val="364586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28413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判断算法正确性的标准</a:t>
            </a:r>
            <a:endParaRPr lang="en-US" altLang="zh-CN" sz="34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动态规划</a:t>
            </a:r>
            <a:endParaRPr lang="en-US" altLang="zh-CN" sz="34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/>
              <a:t>贪心</a:t>
            </a:r>
            <a:r>
              <a:rPr lang="zh-CN" altLang="en-US" sz="3400" dirty="0" smtClean="0"/>
              <a:t>算法</a:t>
            </a:r>
            <a:endParaRPr lang="en-US" altLang="zh-CN" sz="34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/>
              <a:t>回溯法</a:t>
            </a:r>
            <a:endParaRPr lang="en-US" altLang="zh-CN" sz="20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递归</a:t>
            </a:r>
            <a:endParaRPr lang="en-US" altLang="zh-CN" sz="3400" dirty="0" smtClean="0"/>
          </a:p>
          <a:p>
            <a:pPr marL="0" indent="0">
              <a:buClr>
                <a:schemeClr val="tx1">
                  <a:lumMod val="95000"/>
                </a:schemeClr>
              </a:buClr>
              <a:buNone/>
            </a:pPr>
            <a:r>
              <a:rPr lang="en-US" altLang="zh-CN" sz="3400" dirty="0"/>
              <a:t> </a:t>
            </a:r>
            <a:r>
              <a:rPr lang="en-US" altLang="zh-CN" sz="3400" dirty="0" smtClean="0"/>
              <a:t>   ……</a:t>
            </a:r>
            <a:endParaRPr lang="en-US" altLang="zh-CN" sz="3400" dirty="0"/>
          </a:p>
          <a:p>
            <a:pPr marL="0" indent="0">
              <a:buClr>
                <a:schemeClr val="tx1">
                  <a:lumMod val="95000"/>
                </a:schemeClr>
              </a:buClr>
              <a:buNone/>
            </a:pPr>
            <a:endParaRPr lang="en-US" altLang="zh-CN" sz="3400" dirty="0"/>
          </a:p>
        </p:txBody>
      </p:sp>
    </p:spTree>
    <p:extLst>
      <p:ext uri="{BB962C8B-B14F-4D97-AF65-F5344CB8AC3E}">
        <p14:creationId xmlns:p14="http://schemas.microsoft.com/office/powerpoint/2010/main" val="327780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计算机网络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284133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3400" dirty="0" smtClean="0"/>
              <a:t>TCP</a:t>
            </a:r>
            <a:r>
              <a:rPr lang="zh-CN" altLang="en-US" sz="3400" dirty="0" smtClean="0"/>
              <a:t>和</a:t>
            </a:r>
            <a:r>
              <a:rPr lang="en-US" altLang="zh-CN" sz="3400" dirty="0" smtClean="0"/>
              <a:t>UDP</a:t>
            </a:r>
            <a:r>
              <a:rPr lang="zh-CN" altLang="en-US" sz="3400" dirty="0" smtClean="0"/>
              <a:t>有什么区别和联系</a:t>
            </a:r>
            <a:endParaRPr lang="en-US" altLang="zh-CN" sz="34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七层网络模型</a:t>
            </a:r>
            <a:endParaRPr lang="en-US" altLang="zh-CN" sz="34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3400" dirty="0" smtClean="0"/>
              <a:t>  TCP/IP</a:t>
            </a:r>
            <a:r>
              <a:rPr lang="zh-CN" altLang="en-US" sz="3400" dirty="0" smtClean="0"/>
              <a:t>协议</a:t>
            </a:r>
            <a:endParaRPr lang="en-US" altLang="zh-CN" sz="34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3400" dirty="0" smtClean="0"/>
              <a:t>MAC</a:t>
            </a:r>
            <a:r>
              <a:rPr lang="zh-CN" altLang="en-US" sz="3400" dirty="0" smtClean="0"/>
              <a:t>地址</a:t>
            </a:r>
            <a:endParaRPr lang="en-US" altLang="zh-CN" sz="3400" dirty="0" smtClean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400" dirty="0"/>
              <a:t>路由</a:t>
            </a:r>
            <a:endParaRPr lang="en-US" altLang="zh-CN" sz="3400" dirty="0" smtClean="0"/>
          </a:p>
          <a:p>
            <a:pPr marL="0" indent="0">
              <a:buClr>
                <a:schemeClr val="tx1">
                  <a:lumMod val="95000"/>
                </a:schemeClr>
              </a:buClr>
              <a:buNone/>
            </a:pPr>
            <a:r>
              <a:rPr lang="en-US" altLang="zh-CN" sz="3400" dirty="0"/>
              <a:t> </a:t>
            </a:r>
            <a:r>
              <a:rPr lang="en-US" altLang="zh-CN" sz="3400" dirty="0" smtClean="0"/>
              <a:t>   ……</a:t>
            </a:r>
            <a:endParaRPr lang="en-US" altLang="zh-CN" sz="3400" dirty="0"/>
          </a:p>
          <a:p>
            <a:pPr marL="0" indent="0">
              <a:buClr>
                <a:schemeClr val="tx1">
                  <a:lumMod val="95000"/>
                </a:schemeClr>
              </a:buClr>
              <a:buNone/>
            </a:pPr>
            <a:endParaRPr lang="en-US" altLang="zh-CN" sz="3400" dirty="0"/>
          </a:p>
        </p:txBody>
      </p:sp>
    </p:spTree>
    <p:extLst>
      <p:ext uri="{BB962C8B-B14F-4D97-AF65-F5344CB8AC3E}">
        <p14:creationId xmlns:p14="http://schemas.microsoft.com/office/powerpoint/2010/main" val="1725701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评价标准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3400" dirty="0"/>
              <a:t>基础</a:t>
            </a:r>
            <a:r>
              <a:rPr lang="zh-CN" altLang="zh-CN" sz="3400" dirty="0" smtClean="0"/>
              <a:t>知识</a:t>
            </a:r>
            <a:endParaRPr lang="zh-CN" altLang="zh-CN" sz="34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3400" dirty="0"/>
              <a:t>对报考方面的熟悉情况</a:t>
            </a:r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3400" dirty="0"/>
              <a:t>创新意识、进取精神</a:t>
            </a:r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3400" dirty="0" smtClean="0"/>
              <a:t>思维逻辑</a:t>
            </a:r>
            <a:endParaRPr lang="zh-CN" altLang="zh-CN" sz="34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3400" dirty="0" smtClean="0"/>
              <a:t>语</a:t>
            </a:r>
            <a:r>
              <a:rPr lang="zh-CN" altLang="en-US" sz="3400" dirty="0" smtClean="0"/>
              <a:t>言</a:t>
            </a:r>
            <a:r>
              <a:rPr lang="zh-CN" altLang="zh-CN" sz="3400" dirty="0" smtClean="0"/>
              <a:t>表达</a:t>
            </a:r>
            <a:endParaRPr lang="zh-CN" altLang="zh-CN" sz="3400" dirty="0"/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zh-CN" sz="3400" dirty="0" smtClean="0"/>
              <a:t>科学研究基本能力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0809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乐观开朗，可以冷静，但不要阴沉沉</a:t>
            </a:r>
            <a:endParaRPr lang="en-US" altLang="zh-CN" sz="3200" dirty="0" smtClean="0">
              <a:latin typeface="+mn-ea"/>
            </a:endParaRPr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重在思路</a:t>
            </a:r>
            <a:endParaRPr lang="en-US" altLang="zh-CN" sz="3200" dirty="0" smtClean="0">
              <a:latin typeface="+mn-ea"/>
            </a:endParaRPr>
          </a:p>
          <a:p>
            <a:pPr lvl="1"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+mn-ea"/>
              </a:rPr>
              <a:t>同组其他老师不一定懂这个老师提的问题，只要不自我否定，得分还是不错的</a:t>
            </a:r>
            <a:endParaRPr lang="en-US" altLang="zh-CN" sz="2000" dirty="0" smtClean="0">
              <a:latin typeface="+mn-ea"/>
            </a:endParaRPr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可以适度引导老师向自己擅长的方向问</a:t>
            </a:r>
            <a:endParaRPr lang="en-US" altLang="zh-CN" sz="3200" dirty="0" smtClean="0">
              <a:latin typeface="+mn-ea"/>
            </a:endParaRPr>
          </a:p>
          <a:p>
            <a:pPr>
              <a:buClr>
                <a:schemeClr val="tx1">
                  <a:lumMod val="95000"/>
                </a:schemeClr>
              </a:buClr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latin typeface="+mn-ea"/>
              </a:rPr>
              <a:t>无论硕士还是博士，最好提前和老师商量好去向和名额</a:t>
            </a:r>
            <a:endParaRPr lang="en-US" altLang="zh-CN" sz="32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6533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92" y="1065536"/>
            <a:ext cx="7543800" cy="3201663"/>
          </a:xfrm>
        </p:spPr>
        <p:txBody>
          <a:bodyPr/>
          <a:lstStyle/>
          <a:p>
            <a:pPr algn="ctr"/>
            <a:r>
              <a:rPr lang="zh-CN" altLang="en-US" dirty="0" smtClean="0"/>
              <a:t>祝同学们都能取得好成绩！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谢谢！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673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</TotalTime>
  <Words>279</Words>
  <Application>Microsoft Office PowerPoint</Application>
  <PresentationFormat>全屏显示(4:3)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宋体</vt:lpstr>
      <vt:lpstr>Calibri</vt:lpstr>
      <vt:lpstr>Calibri Light</vt:lpstr>
      <vt:lpstr>Wingdings</vt:lpstr>
      <vt:lpstr>回顾</vt:lpstr>
      <vt:lpstr>推研面试经验分享</vt:lpstr>
      <vt:lpstr>计算机组</vt:lpstr>
      <vt:lpstr>数字逻辑与处理器基础</vt:lpstr>
      <vt:lpstr>程序设计基础</vt:lpstr>
      <vt:lpstr>算法设计</vt:lpstr>
      <vt:lpstr>计算机网络</vt:lpstr>
      <vt:lpstr>评价标准</vt:lpstr>
      <vt:lpstr>提醒</vt:lpstr>
      <vt:lpstr>祝同学们都能取得好成绩！  谢谢！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推研面试经验分享</dc:title>
  <dc:creator>HuYuting</dc:creator>
  <cp:lastModifiedBy>HuYuting</cp:lastModifiedBy>
  <cp:revision>5</cp:revision>
  <dcterms:created xsi:type="dcterms:W3CDTF">2016-09-12T15:35:23Z</dcterms:created>
  <dcterms:modified xsi:type="dcterms:W3CDTF">2016-09-12T16:13:40Z</dcterms:modified>
</cp:coreProperties>
</file>